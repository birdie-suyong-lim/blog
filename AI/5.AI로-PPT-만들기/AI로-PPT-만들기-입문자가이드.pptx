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8A24"/>
                </a:solidFill>
                <a:latin typeface="Apple SD Gothic Neo"/>
              </a:rPr>
              <a:t>AI 활용 시리즈 — PPT 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8229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ple SD Gothic Neo"/>
              </a:rPr>
              <a:t>AI로 PPT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회사에서 AI를 막 배우기 시작하는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사람들을 위한 30분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ple SD Gothic Neo"/>
              </a:rPr>
              <a:t>2026.05.12   |   사내 학습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오늘 다룰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47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Apple SD Gothic Neo"/>
              </a:rPr>
              <a:t>왜 지금 AI로 PPT인가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94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슬라이드 만드는 시간이 어디로 가는지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0604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243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Apple SD Gothic Neo"/>
              </a:rPr>
              <a:t>AI PPT의 3가지 접근법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971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큰 그림 한 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832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832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40156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Apple SD Gothic Neo"/>
              </a:rPr>
              <a:t>상황별로 어떤 걸 쓰는가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49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내부용/외부용/반복용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052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605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78807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Apple SD Gothic Neo"/>
              </a:rPr>
              <a:t>30분 빠른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262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Gamma로 첫 덱 만들기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937759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3775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56047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Apple SD Gothic Neo"/>
              </a:rPr>
              <a:t>좋은 프롬프트 4요소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303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AI 티 줄이기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714999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1499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733287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3A68"/>
                </a:solidFill>
                <a:latin typeface="Apple SD Gothic Neo"/>
              </a:rPr>
              <a:t>흔한 함정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6080759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환각·보안·템플릿 충돌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01. 문제 의식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슬라이드 만드는 데 시간이 어디로 가나요?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Apple SD Gothic Neo"/>
              </a:rPr>
              <a:t>발표 준비할 때 가장 오래 걸리는 건…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5943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Apple SD Gothic Neo"/>
              </a:rPr>
              <a:t>내용 정리가 아니라</a:t>
            </a:r>
          </a:p>
          <a:p>
            <a:pPr algn="l"/>
            <a:r>
              <a:rPr sz="3000" b="1">
                <a:solidFill>
                  <a:srgbClr val="1F3A68"/>
                </a:solidFill>
                <a:latin typeface="Apple SD Gothic Neo"/>
              </a:rPr>
              <a:t>레이아웃·정렬·아이콘 찾기.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ple SD Gothic Neo"/>
              </a:rPr>
              <a:t>메시지 정리에 30분,</a:t>
            </a:r>
          </a:p>
          <a:p>
            <a:pPr algn="l"/>
            <a:r>
              <a:rPr sz="1600" b="0">
                <a:solidFill>
                  <a:srgbClr val="1F2937"/>
                </a:solidFill>
                <a:latin typeface="Apple SD Gothic Neo"/>
              </a:rPr>
              <a:t>슬라이드로 옮기는 데 3시간.</a:t>
            </a:r>
          </a:p>
          <a:p>
            <a:pPr algn="l"/>
            <a:r>
              <a:rPr sz="1600" b="0">
                <a:solidFill>
                  <a:srgbClr val="1F2937"/>
                </a:solidFill>
                <a:latin typeface="Apple SD Gothic Neo"/>
              </a:rPr>
              <a:t/>
            </a:r>
          </a:p>
          <a:p>
            <a:pPr algn="l"/>
            <a:r>
              <a:rPr sz="1600" b="0">
                <a:solidFill>
                  <a:srgbClr val="1F2937"/>
                </a:solidFill>
                <a:latin typeface="Apple SD Gothic Neo"/>
              </a:rPr>
              <a:t>비율이 거꾸로다.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Apple SD Gothic Neo"/>
              </a:rPr>
              <a:t>기존 방식의 시간 분배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286000"/>
            <a:ext cx="548640" cy="54864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30m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메시지 정리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017520"/>
            <a:ext cx="3291840" cy="54864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01752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180m  ←  여기가 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657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ple SD Gothic Neo"/>
              </a:rPr>
              <a:t>슬라이드 디자인·정렬·아이콘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02. 큰 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AI로 PPT 만드는 3가지 접근법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38328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383280" cy="45720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383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4A6FA5"/>
                </a:solidFill>
                <a:latin typeface="Apple SD Gothic Ne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Apple SD Gothic Neo"/>
              </a:rPr>
              <a:t>AI 네이티브 도구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ple SD Gothic Neo"/>
              </a:rPr>
              <a:t>처음부터 'AI가 슬라이드를 만들도록'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Apple SD Gothic Neo"/>
              </a:rPr>
              <a:t>설계된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212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4A6FA5"/>
                </a:solidFill>
                <a:latin typeface="Apple SD Gothic Neo"/>
              </a:rPr>
              <a:t>Gamma · Tome · Beautiful.ai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828800"/>
            <a:ext cx="338328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828800"/>
            <a:ext cx="338328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383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1F3A68"/>
                </a:solidFill>
                <a:latin typeface="Apple SD Gothic Neo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83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Apple SD Gothic Neo"/>
              </a:rPr>
              <a:t>기존 도구 +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8404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ple SD Gothic Neo"/>
              </a:rPr>
              <a:t>PowerPoint · Google Slides · Canva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Apple SD Gothic Neo"/>
              </a:rPr>
              <a:t>안에 AI가 들어간 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212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3A68"/>
                </a:solidFill>
                <a:latin typeface="Apple SD Gothic Neo"/>
              </a:rPr>
              <a:t>Copilot · Gemini · Magic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28800"/>
            <a:ext cx="3383280" cy="411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828800"/>
            <a:ext cx="3383280" cy="4572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331720"/>
            <a:ext cx="3383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F08A24"/>
                </a:solidFill>
                <a:latin typeface="Apple SD Gothic Neo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383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3A68"/>
                </a:solidFill>
                <a:latin typeface="Apple SD Gothic Neo"/>
              </a:rPr>
              <a:t>LLM + 변환 코드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8404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ple SD Gothic Neo"/>
              </a:rPr>
              <a:t>ChatGPT/Claude로 내용 짠 뒤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Apple SD Gothic Neo"/>
              </a:rPr>
              <a:t>코드로 PPTX 파일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5212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08A24"/>
                </a:solidFill>
                <a:latin typeface="Apple SD Gothic Neo"/>
              </a:rPr>
              <a:t>Manus · python-pptx · Marp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02-A. 접근법 자세히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접근 A — AI 네이티브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5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200400" cy="411480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004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Apple SD Gothic Neo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ple SD Gothic Neo"/>
              </a:rPr>
              <a:t>"프롬프트 한 줄로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Apple SD Gothic Neo"/>
              </a:rPr>
              <a:t>전체 덱이 나온다"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Gamma · Tome · Beautiful.ai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8A24"/>
                </a:solidFill>
                <a:latin typeface="Apple SD Gothic Neo"/>
              </a:rPr>
              <a:t>장점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디자인 고민 0 — 가장 빠른 초안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한 번에 전체 덱 구조까지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무료 플랜으로도 PPTX 내보내기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Apple SD Gothic Neo"/>
              </a:rPr>
              <a:t>단점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회사 표준 템플릿 강제 적용 어려움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정밀 편집은 PowerPoint보다 약함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166360"/>
            <a:ext cx="6949440" cy="6400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5166360"/>
            <a:ext cx="6949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이런 사람에게 추천:  내부용 자료를 30분 안에 끝내고 싶은 사람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02-B. 접근법 자세히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접근 B — 기존 도구 +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6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200400" cy="411480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004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Apple SD Gothic Neo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ple SD Gothic Neo"/>
              </a:rPr>
              <a:t>"우리 회사 PPT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Apple SD Gothic Neo"/>
              </a:rPr>
              <a:t>그대로 자동 생성"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MS Copilot · Gemini · Canva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8A24"/>
                </a:solidFill>
                <a:latin typeface="Apple SD Gothic Neo"/>
              </a:rPr>
              <a:t>장점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회사 마스터 슬라이드에 자연스럽게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보안·SSO 친화 (사내 처리)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기존 PPT 편집 기능 그대로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Apple SD Gothic Neo"/>
              </a:rPr>
              <a:t>단점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유료 라이선스 필요 (M365 Copilot 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디자인 신선도는 떨어짐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166360"/>
            <a:ext cx="6949440" cy="6400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5166360"/>
            <a:ext cx="6949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이런 사람에게 추천:  회사 외부 발표·임원 보고가 잦은 사람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02-C. 접근법 자세히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접근 C — LLM + 변환 코드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7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200400" cy="4114800"/>
          </a:xfrm>
          <a:prstGeom prst="roundRect">
            <a:avLst>
              <a:gd name="adj" fmla="val 15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004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Apple SD Gothic Neo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ple SD Gothic Neo"/>
              </a:rPr>
              <a:t>"매주 같은 보고서를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Apple SD Gothic Neo"/>
              </a:rPr>
              <a:t>자동으로 찍어낸다"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Manus · python-pptx · Marp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8A24"/>
                </a:solidFill>
                <a:latin typeface="Apple SD Gothic Neo"/>
              </a:rPr>
              <a:t>장점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정기 보고서 완전 자동화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데이터 소스와 직접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이 가이드 자료도 C 방식으로 생성됨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Apple SD Gothic Neo"/>
              </a:rPr>
              <a:t>단점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초기 셋업에 코딩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• 디자인 정밀도는 손이 가는 만큼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5166360"/>
            <a:ext cx="6949440" cy="6400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5166360"/>
            <a:ext cx="6949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이런 사람에게 추천:  반복되는 정기 보고를 자동화하고 싶은 사람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03. 상황별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어떤 걸 언제 쓸까?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685800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379476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</a:rPr>
              <a:t>추천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31720"/>
            <a:ext cx="10652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ple SD Gothic Neo"/>
              </a:rPr>
              <a:t>30분 안에 초안이 필요한 내부 자료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468879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A — Gamma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971800"/>
            <a:ext cx="10652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7180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ple SD Gothic Neo"/>
              </a:rPr>
              <a:t>회사 표준 템플릿이 필수인 외부 발표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10896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97180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B — PowerPoint + Copilot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611880"/>
            <a:ext cx="10652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1188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ple SD Gothic Neo"/>
              </a:rPr>
              <a:t>매주·매월 같은 형식의 정기 보고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74904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61188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C — 코드 자동화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251960"/>
            <a:ext cx="10652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5196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ple SD Gothic Neo"/>
              </a:rPr>
              <a:t>외부 IR / 세일즈 / 굵직한 임원 보고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38912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25196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수동 + AI 보조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892040"/>
            <a:ext cx="10652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6583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ple SD Gothic Neo"/>
              </a:rPr>
              <a:t>학습 자료 · 강의 슬라이드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5029200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892040"/>
            <a:ext cx="3200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Apple SD Gothic Neo"/>
              </a:rPr>
              <a:t>A 또는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0350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08A24"/>
                </a:solidFill>
                <a:latin typeface="Apple SD Gothic Neo"/>
              </a:rPr>
              <a:t>핵심:  자료의 "수명"과 "청자의 기대치"가 갈래를 결정한다.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04. 실전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30분 안에 첫 덱 만들기  (Gamma)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606040" cy="429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011680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5분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1F3A68"/>
                </a:solidFill>
                <a:latin typeface="Apple SD Gothic Ne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Apple SD Gothic Neo"/>
              </a:rPr>
              <a:t>메시지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Claude/ChatGPT에 묻기: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"이 발표에서 청자가 가져갈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핵심 3가지는?"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828800"/>
            <a:ext cx="2606040" cy="429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2011680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01168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6060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1F3A68"/>
                </a:solidFill>
                <a:latin typeface="Apple SD Gothic Ne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233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Apple SD Gothic Neo"/>
              </a:rPr>
              <a:t>Gamma에 프롬프트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5720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제목·청자·톤·분량·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포함할 내용을 한 번에 입력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828800"/>
            <a:ext cx="2606040" cy="429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2011680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01168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10분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060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1F3A68"/>
                </a:solidFill>
                <a:latin typeface="Apple SD Gothic Ne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Apple SD Gothic Neo"/>
              </a:rPr>
              <a:t>카드 단위 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720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표현·숫자만 손보기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디자인은 손대지 말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828800"/>
            <a:ext cx="2606040" cy="429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2011680"/>
            <a:ext cx="914400" cy="411480"/>
          </a:xfrm>
          <a:prstGeom prst="roundRect">
            <a:avLst>
              <a:gd name="adj" fmla="val 15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01168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5분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606040"/>
            <a:ext cx="2606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1F3A68"/>
                </a:solidFill>
                <a:latin typeface="Apple SD Gothic Neo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02336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3A68"/>
                </a:solidFill>
                <a:latin typeface="Apple SD Gothic Neo"/>
              </a:rPr>
              <a:t>PPTX 내보내기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4572000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다운로드 → 발표용 PC에서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Apple SD Gothic Neo"/>
              </a:rPr>
              <a:t>폰트만 한 번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30936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Apple SD Gothic Neo"/>
              </a:rPr>
              <a:t>총 30분 — 디자인 잡일 시간을 메시지 다듬는 시간으로 돌려놓는 게 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05. 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좋은 프롬프트 4요소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10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137160" cy="192024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6FA5"/>
                </a:solidFill>
                <a:latin typeface="Apple SD Gothic Neo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Apple SD Gothic Neo"/>
              </a:rPr>
              <a:t>청자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임원? 신입? 투자자?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톤이 완전히 달라진다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828800"/>
            <a:ext cx="137160" cy="1920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68"/>
                </a:solidFill>
                <a:latin typeface="Apple SD Gothic Neo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2860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Apple SD Gothic Neo"/>
              </a:rPr>
              <a:t>목적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718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의사결정? 학습?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소개?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2336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23360"/>
            <a:ext cx="137160" cy="192024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ple SD Gothic Neo"/>
              </a:rPr>
              <a:t>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48056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Apple SD Gothic Neo"/>
              </a:rPr>
              <a:t>분량·구조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1663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"8장, 표지·목차·결론 포함"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같이 구체적으로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02336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023360"/>
            <a:ext cx="137160" cy="19202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206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pple SD Gothic Neo"/>
              </a:rPr>
              <a:t>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48056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Apple SD Gothic Neo"/>
              </a:rPr>
              <a:t>금지사항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1663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이모지 금지, 한 장에 글머리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기호 3개 이내 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26364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Apple SD Gothic Neo"/>
              </a:rPr>
              <a:t>이 4가지가 빠지면 AI는 "디지털 혁신" 같은 일반론으로 슬라이드를 채운다.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05. 프롬프트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좋은 프롬프트 vs 나쁜 프롬프트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5120640" cy="429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Apple SD Gothic Neo"/>
              </a:rPr>
              <a:t>✗  나쁜 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468880"/>
            <a:ext cx="4846320" cy="1828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ple SD Gothic Neo"/>
              </a:rPr>
              <a:t>분기 보고 PPT 만들어줘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720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→ AI는 "디지털 혁신", "고객 중심"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   같은 일반론으로 채운다.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Apple SD Gothic Neo"/>
              </a:rPr>
              <a:t>→ 결과를 거의 못 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12080" cy="429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8A24"/>
                </a:solidFill>
                <a:latin typeface="Apple SD Gothic Neo"/>
              </a:rPr>
              <a:t>✓  좋은 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468880"/>
            <a:ext cx="4846320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606040"/>
            <a:ext cx="4572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청자: 회사 임원 5명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목적: 2분기 예산 추가 승인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분량: 8장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  (표지 + 현황 2 + 문제 2 + 제안 2 + 결론)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톤: 데이터 중심, 감성 표현 배제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pple SD Gothic Neo"/>
              </a:rPr>
              <a:t>금지: 이모지, 일반론적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9496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8A24"/>
                </a:solidFill>
                <a:latin typeface="Apple SD Gothic Neo"/>
              </a:rPr>
              <a:t>→ 청자·분량·톤·금지가 명확하면</a:t>
            </a:r>
          </a:p>
          <a:p>
            <a:pPr algn="l"/>
            <a:r>
              <a:rPr sz="1200" b="1">
                <a:solidFill>
                  <a:srgbClr val="F08A24"/>
                </a:solidFill>
                <a:latin typeface="Apple SD Gothic Neo"/>
              </a:rPr>
              <a:t>   AI 결과의 절반 이상이 그대로 쓸만해진다.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73152" cy="5029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06. 주의점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  <a:latin typeface="Apple SD Gothic Neo"/>
              </a:rPr>
              <a:t>흔한 함정 4가지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137160" cy="192024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65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Apple SD Gothic Neo"/>
              </a:rPr>
              <a:t>⚠  AI가 만든 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231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ple SD Gothic Neo"/>
              </a:rPr>
              <a:t>모든 슬라이드가 비슷한 아이콘·색감 →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Apple SD Gothic Neo"/>
              </a:rPr>
              <a:t>임원·고객이 즉시 알아챈다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46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08A24"/>
                </a:solidFill>
                <a:latin typeface="Apple SD Gothic Neo"/>
              </a:rPr>
              <a:t>→  표지·결론은 사람이 직접 디자인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828800"/>
            <a:ext cx="137160" cy="1920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965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Apple SD Gothic Neo"/>
              </a:rPr>
              <a:t>⚠  환각 (Hallucination)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231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ple SD Gothic Neo"/>
              </a:rPr>
              <a:t>AI가 수치·인용·통계를 그럴듯하게 지어낸다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246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68"/>
                </a:solidFill>
                <a:latin typeface="Apple SD Gothic Neo"/>
              </a:rPr>
              <a:t>→  숫자 슬라이드는 원자료와 반드시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2336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23360"/>
            <a:ext cx="137160" cy="1920240"/>
          </a:xfrm>
          <a:prstGeom prst="rect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160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Apple SD Gothic Neo"/>
              </a:rPr>
              <a:t>⚠  보안·정보 유출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177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ple SD Gothic Neo"/>
              </a:rPr>
              <a:t>사내 기밀을 외부 AI 서비스에 그대로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Apple SD Gothic Neo"/>
              </a:rPr>
              <a:t>붙여넣으면 유출 사고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440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6FA5"/>
                </a:solidFill>
                <a:latin typeface="Apple SD Gothic Neo"/>
              </a:rPr>
              <a:t>→  사내 정책 확인. 가능하면 사내 Copilot 사용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023360"/>
            <a:ext cx="5212080" cy="1920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023360"/>
            <a:ext cx="137160" cy="19202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160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Apple SD Gothic Neo"/>
              </a:rPr>
              <a:t>⚠  회사 템플릿 무시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6177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ple SD Gothic Neo"/>
              </a:rPr>
              <a:t>AI 네이티브 도구로 만든 자료는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Apple SD Gothic Neo"/>
              </a:rPr>
              <a:t>회사 마스터와 어긋남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440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Apple SD Gothic Neo"/>
              </a:rPr>
              <a:t>→  외부용·공식 자료는 처음부터 PowerPoint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8A24"/>
                </a:solidFill>
                <a:latin typeface="Apple SD Gothic Neo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도구가 아니라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"어디까지 사람이 손대는가"가 핵심.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08A24"/>
                </a:solidFill>
                <a:latin typeface="Apple SD Gothic Neo"/>
              </a:rPr>
              <a:t>분담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ple SD Gothic Neo"/>
              </a:rPr>
              <a:t>잡일 (초안·디자인·아이콘 배치)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08A24"/>
                </a:solidFill>
                <a:latin typeface="Apple SD Gothic Neo"/>
              </a:rPr>
              <a:t>→ 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ple SD Gothic Neo"/>
              </a:rPr>
              <a:t>판단 (메시지·숫자·표지·결론)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</a:rPr>
              <a:t>→  사람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ple SD Gothic Neo"/>
              </a:rPr>
              <a:t>다음 시리즈 — AI 활용 · 회의록 편   |   2026.05.12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